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4" r:id="rId1"/>
  </p:sldMasterIdLst>
  <p:sldIdLst>
    <p:sldId id="256" r:id="rId2"/>
    <p:sldId id="257" r:id="rId3"/>
    <p:sldId id="258" r:id="rId4"/>
    <p:sldId id="259" r:id="rId5"/>
    <p:sldId id="260" r:id="rId6"/>
    <p:sldId id="266" r:id="rId7"/>
    <p:sldId id="267" r:id="rId8"/>
    <p:sldId id="268" r:id="rId9"/>
    <p:sldId id="261" r:id="rId10"/>
    <p:sldId id="262" r:id="rId11"/>
    <p:sldId id="263" r:id="rId12"/>
    <p:sldId id="264" r:id="rId13"/>
    <p:sldId id="269" r:id="rId14"/>
    <p:sldId id="265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image" Target="../media/image3.png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8F0EC7-618C-4F9A-932A-DF671C4FF1E3}" type="datetimeFigureOut">
              <a:rPr lang="en-US" smtClean="0"/>
              <a:t>08-Nov-25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67D4F0-25DD-40AB-8E25-1BA1DF0105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01771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8F0EC7-618C-4F9A-932A-DF671C4FF1E3}" type="datetimeFigureOut">
              <a:rPr lang="en-US" smtClean="0"/>
              <a:t>08-Nov-25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67D4F0-25DD-40AB-8E25-1BA1DF0105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53957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8F0EC7-618C-4F9A-932A-DF671C4FF1E3}" type="datetimeFigureOut">
              <a:rPr lang="en-US" smtClean="0"/>
              <a:t>08-Nov-25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67D4F0-25DD-40AB-8E25-1BA1DF0105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26917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8F0EC7-618C-4F9A-932A-DF671C4FF1E3}" type="datetimeFigureOut">
              <a:rPr lang="en-US" smtClean="0"/>
              <a:t>08-Nov-25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67D4F0-25DD-40AB-8E25-1BA1DF0105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68503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8F0EC7-618C-4F9A-932A-DF671C4FF1E3}" type="datetimeFigureOut">
              <a:rPr lang="en-US" smtClean="0"/>
              <a:t>08-Nov-25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67D4F0-25DD-40AB-8E25-1BA1DF0105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93594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8F0EC7-618C-4F9A-932A-DF671C4FF1E3}" type="datetimeFigureOut">
              <a:rPr lang="en-US" smtClean="0"/>
              <a:t>08-Nov-25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67D4F0-25DD-40AB-8E25-1BA1DF0105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12626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8F0EC7-618C-4F9A-932A-DF671C4FF1E3}" type="datetimeFigureOut">
              <a:rPr lang="en-US" smtClean="0"/>
              <a:t>08-Nov-25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67D4F0-25DD-40AB-8E25-1BA1DF0105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0365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8F0EC7-618C-4F9A-932A-DF671C4FF1E3}" type="datetimeFigureOut">
              <a:rPr lang="en-US" smtClean="0"/>
              <a:t>08-Nov-25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67D4F0-25DD-40AB-8E25-1BA1DF0105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66267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8F0EC7-618C-4F9A-932A-DF671C4FF1E3}" type="datetimeFigureOut">
              <a:rPr lang="en-US" smtClean="0"/>
              <a:t>08-Nov-25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67D4F0-25DD-40AB-8E25-1BA1DF0105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58223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8F0EC7-618C-4F9A-932A-DF671C4FF1E3}" type="datetimeFigureOut">
              <a:rPr lang="en-US" smtClean="0"/>
              <a:t>08-Nov-25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67D4F0-25DD-40AB-8E25-1BA1DF0105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84262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8F0EC7-618C-4F9A-932A-DF671C4FF1E3}" type="datetimeFigureOut">
              <a:rPr lang="en-US" smtClean="0"/>
              <a:t>08-Nov-25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67D4F0-25DD-40AB-8E25-1BA1DF010578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378232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8F0EC7-618C-4F9A-932A-DF671C4FF1E3}" type="datetimeFigureOut">
              <a:rPr lang="en-US" smtClean="0"/>
              <a:t>08-Nov-25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67D4F0-25DD-40AB-8E25-1BA1DF0105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26181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8F0EC7-618C-4F9A-932A-DF671C4FF1E3}" type="datetimeFigureOut">
              <a:rPr lang="en-US" smtClean="0"/>
              <a:t>08-Nov-25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67D4F0-25DD-40AB-8E25-1BA1DF010578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67485601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8F0EC7-618C-4F9A-932A-DF671C4FF1E3}" type="datetimeFigureOut">
              <a:rPr lang="en-US" smtClean="0"/>
              <a:t>08-Nov-25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67D4F0-25DD-40AB-8E25-1BA1DF0105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506234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8F0EC7-618C-4F9A-932A-DF671C4FF1E3}" type="datetimeFigureOut">
              <a:rPr lang="en-US" smtClean="0"/>
              <a:t>08-Nov-25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67D4F0-25DD-40AB-8E25-1BA1DF0105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182471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8F0EC7-618C-4F9A-932A-DF671C4FF1E3}" type="datetimeFigureOut">
              <a:rPr lang="en-US" smtClean="0"/>
              <a:t>08-Nov-25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67D4F0-25DD-40AB-8E25-1BA1DF0105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89952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8F0EC7-618C-4F9A-932A-DF671C4FF1E3}" type="datetimeFigureOut">
              <a:rPr lang="en-US" smtClean="0"/>
              <a:t>08-Nov-25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6967D4F0-25DD-40AB-8E25-1BA1DF0105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97119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96" r:id="rId2"/>
    <p:sldLayoutId id="2147483697" r:id="rId3"/>
    <p:sldLayoutId id="2147483698" r:id="rId4"/>
    <p:sldLayoutId id="2147483699" r:id="rId5"/>
    <p:sldLayoutId id="2147483700" r:id="rId6"/>
    <p:sldLayoutId id="2147483701" r:id="rId7"/>
    <p:sldLayoutId id="2147483702" r:id="rId8"/>
    <p:sldLayoutId id="2147483703" r:id="rId9"/>
    <p:sldLayoutId id="2147483704" r:id="rId10"/>
    <p:sldLayoutId id="2147483705" r:id="rId11"/>
    <p:sldLayoutId id="2147483706" r:id="rId12"/>
    <p:sldLayoutId id="2147483707" r:id="rId13"/>
    <p:sldLayoutId id="2147483708" r:id="rId14"/>
    <p:sldLayoutId id="2147483709" r:id="rId15"/>
    <p:sldLayoutId id="2147483710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7A5216-F249-4354-9F8D-BE8D521DDC2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Cập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cổ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đại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72C4B25-6032-406A-8DE6-1182FEE9307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Powerpoint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Hà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68404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11A646-ACB8-495C-A893-21380A8B03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Lịch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sử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2BD8D7-C68E-4BE7-9FCA-451625027D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Lịch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sử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Ai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Cập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bắt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đầu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từ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khoảng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năm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5500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TCN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 Ai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Cập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thời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tiền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sử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)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thúc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năm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30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TCN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triều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đại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Ptolemaic )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5500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TCN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3150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TCN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thời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kỳ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tiền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sử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Ai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Cập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thời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này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đ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ợc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gọi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ơng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triều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thứ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0,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Ai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Cập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bị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chia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vùng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Hạ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Ai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Cập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phía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Bắc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)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ợng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Ai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Cập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phía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Nam )</a:t>
            </a: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Pharaon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Menes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thống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nhất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Ai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Cập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khoảng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năm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3150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TCN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ông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vị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pharaon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cuối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cùng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ợng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Ai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Cập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cũng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pharaon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duy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nhất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lịch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sử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trị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vì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 v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ơng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triều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v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ơng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triều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thứ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0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ơng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triều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thứ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</a:t>
            </a: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Thời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kỳ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tảo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ơng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quốc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ơng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triều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thứ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thứ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thúc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bằng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thời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Khasekhemwy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ơng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triều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thứ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nhất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thuộc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tảo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ơng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quốc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đ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ợc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nữ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pharaon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Merneith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nếu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sử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ghi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chép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đúng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thì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đây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chính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nữ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lãnh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đạo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đầu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tiên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lịch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sử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đ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ợc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ghi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chép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5082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11A646-ACB8-495C-A893-21380A8B03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Lịch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sử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2BD8D7-C68E-4BE7-9FCA-451625027D2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ơng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triều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thứ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bắt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đầu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thời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Djoser.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Ông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nổi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tiếng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tự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tháp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đầu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tiên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trên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thế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giới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tự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tháp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bậc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thang Djoser</a:t>
            </a: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Đại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tự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tháp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Ai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Cập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tự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tháp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đ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ợc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công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nhận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kỳ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thế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giới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cổ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đại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duy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nhất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còn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tồn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tại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cũng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đ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ợc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xây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thời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kỳ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này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Chúng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đ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ợc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xây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thời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Khufu –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vị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pharaon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thứ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ơng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triều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thứ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tư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Sự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sụp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đổ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thời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kỳ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Cổ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ơng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quốc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ờng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đ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ợc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miêu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tả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khoảng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thời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hỗn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loạn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chiến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triền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miên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Thời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kỳ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chuyển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tiếp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thứ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nhất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thúc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Mentuhotep II –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vị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vua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ơng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triều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thứ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11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đã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thống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nhất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đ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ợc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Ai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Cập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A9BA216A-D714-4166-A4BF-1D5BE4FF3D9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9396" y="1752128"/>
            <a:ext cx="3635897" cy="2419525"/>
          </a:xfrm>
        </p:spPr>
      </p:pic>
      <p:pic>
        <p:nvPicPr>
          <p:cNvPr id="10" name="Content Placeholder 8">
            <a:extLst>
              <a:ext uri="{FF2B5EF4-FFF2-40B4-BE49-F238E27FC236}">
                <a16:creationId xmlns:a16="http://schemas.microsoft.com/office/drawing/2014/main" id="{33F4DAF6-537D-4668-AB07-B97F08441E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9397" y="4171653"/>
            <a:ext cx="3635897" cy="2229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24484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11A646-ACB8-495C-A893-21380A8B03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Lịch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sử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2BD8D7-C68E-4BE7-9FCA-451625027D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041319"/>
            <a:ext cx="8596668" cy="3880773"/>
          </a:xfrm>
        </p:spPr>
        <p:txBody>
          <a:bodyPr>
            <a:normAutofit/>
          </a:bodyPr>
          <a:lstStyle/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Intef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Vĩ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Đại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ng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ời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sáng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lập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 v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ơng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triều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thứ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11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lại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phải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pharaon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chỉ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nomarch ( ng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ời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đứng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đầu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nome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quận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)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Thebes.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Thời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kỳ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Trung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ơng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quốc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thúc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nữ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pharaon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Sobekneferu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mất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Giai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đoạn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này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Ai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Cập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đã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bị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trị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bởi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ng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ời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Hyksos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trị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ơng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triều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thứ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15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Thời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kỳ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Tân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ơng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quốc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lẽ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thời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kỳ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đỉnh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Ai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Cập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phía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bắc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thì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chạm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tới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tận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vực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Thổ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Nhĩ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Kỳ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ngày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nay.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ơng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triều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thứ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19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vị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quân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ơng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tên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Ramesses II. Sau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trận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Kadesh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thì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Ai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Cập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Hittite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đã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ớc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bình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đ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ợc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ký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đây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cũng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ớc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đầu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tiên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lịch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sử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Ai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Cập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28275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11A646-ACB8-495C-A893-21380A8B03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Lịch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sử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2BD8D7-C68E-4BE7-9FCA-451625027D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thời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ơng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triều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thứ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20,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quyền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điều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hành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quốc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đã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ơ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tế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tự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thần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Amun-Ra (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vị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thần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tối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tổ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tiên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mọi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vị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thần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thần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thoại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).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Ramesses XI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mất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thời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kỳ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Tân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ơng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quốc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thúc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Psamtik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đã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chiếm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Thebes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lên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pharaon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Ai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Cập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thống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nhất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Ai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Cập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ơng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triều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thứ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26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Nh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ng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thời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kỳ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Hậu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kỳ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ơng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quốc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này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cũng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yên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ổn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đế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quốc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 T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đã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xâm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chiếm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pharaon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Ai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Cập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ơng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triều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từ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ơng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triều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thứ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27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đến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ơng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triều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thứ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31 ( L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 Ý: v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ơng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triều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thứ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28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chỉ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vị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vua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đó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chính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Amyrtaeus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)</a:t>
            </a: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Ptolemaios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đã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trở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thành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pharaon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Ai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Cập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đánh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bại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Macedonia. Nh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ng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cuối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cùng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đã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trở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thành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phần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Mã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98519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16B305-C0E6-4FF2-BB67-A3A32E8E28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Xã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hội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43F977-EB26-44F6-950C-DF4DBE3B15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Xã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hội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Ai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Cập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đã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phân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chia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giai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cấp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ở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mức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địa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vị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xã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hội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đã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đ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ợc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phân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biệt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rõ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ràng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Nông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dân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chiếm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phần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đông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xã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hội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ng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nông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sản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lại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thuộc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sở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hữu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trực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tiếp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ớc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đền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thờ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hoặc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đình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quý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tộc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sở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hữu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đất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đai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Nông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dân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phải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chịu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thuế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lao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bị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buộc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phải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tham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lao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dự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án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thuỷ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lợi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công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trình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xây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dựng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thống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dịch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loại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thuế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thân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nộp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bằng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sức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lao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).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Nghệ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sĩ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thợ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thủ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công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địa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vị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ơ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nông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dân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những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cũng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nằm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sự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kiểm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ớc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việc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tại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phân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x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ởng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gắn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những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ngôi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đền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đ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ợc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trả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ơng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ơng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quốc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khố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61353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16B305-C0E6-4FF2-BB67-A3A32E8E28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Xã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hội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43F977-EB26-44F6-950C-DF4DBE3B15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viên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ký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lục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lại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tạo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thành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tầng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lớp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ợng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còn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gọi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“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tầng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lớp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váy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trắng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 –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sự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ám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chỉ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đến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việc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sử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quần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áo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bằng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vải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màu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trắng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dấu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địa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vị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họ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Bên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ới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quý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tộc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giáo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sĩ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thầy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thuốc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kỹ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đ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ợc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đào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tạo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chuyên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môn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lĩnh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vực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Nô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lệ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cũng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tồn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tại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thời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này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ng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rõ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về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mức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tỉ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lệ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Cập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đàn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ông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phụ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nữ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thuộc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mọi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tầng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lớp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xã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hội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trừ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nô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lệ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về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ơ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bình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đẳng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pháp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luật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497706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F6B089-0C33-4857-804B-F3A3FA634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Văn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hoá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tục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táng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1CAAEF-2CA7-47B8-B2D1-A76EC89653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Ng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ời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Ai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Cập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cổ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đại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đã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duy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trì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tập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hợp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phúc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tạp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tang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tục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họ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cần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thiết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đảm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sự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bất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tử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qua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đời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Những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phong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tục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này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liên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đến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về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ơ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bằng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ớp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xác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nghi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lễ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chôn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cất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cùng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những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đồ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tuỳ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tang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ng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ời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chết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sẽ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sử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thế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giới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bên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Đến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thời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Tân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ơng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quốc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ng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ời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Ai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Cập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cổ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đã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hoàn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thiện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nghệ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thuật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ớp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xác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họ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Kỹ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thuật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tốt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nhất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mất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70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ngày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loại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bỏ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ơ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nội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tạng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Nghệ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thuật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ớp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xác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dần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trở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nên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tàn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ới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ơng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triều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Ptolemaios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Mã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lại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nhấn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ơ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đến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dáng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bên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ngoài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đ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ợc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trí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xác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78687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3E9F90-1361-43B8-A343-FDE1E5CF97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Thần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thoại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Ai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Cập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E9FBDA-01E1-4FE8-B150-18493746853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77335" y="1417983"/>
            <a:ext cx="3470596" cy="4623378"/>
          </a:xfrm>
        </p:spPr>
        <p:txBody>
          <a:bodyPr>
            <a:normAutofit/>
          </a:bodyPr>
          <a:lstStyle/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Thần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thoại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Ai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Cập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rằng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thế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giới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bắt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đầu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chỉ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biển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ớc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Nun –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từ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đó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vị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thần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đầu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tiên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Ra.</a:t>
            </a: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thần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thoại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vị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thần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đ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ợc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nói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về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nguồn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gốc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thần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trí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tuệ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Thoth.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Thần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thoại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Ai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Cập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cũng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đ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ợc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sự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giao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thoa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văn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hoá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giữa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quốc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Ví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truyện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Zeus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thần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thoại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Hy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Lạp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chính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Amun-Ra, Hades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chính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Osiris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còn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Athena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chính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Neith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…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15D5A28C-E0B9-4C65-A240-933403DB6741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7931" y="2243916"/>
            <a:ext cx="8044069" cy="3483928"/>
          </a:xfrm>
        </p:spPr>
      </p:pic>
    </p:spTree>
    <p:extLst>
      <p:ext uri="{BB962C8B-B14F-4D97-AF65-F5344CB8AC3E}">
        <p14:creationId xmlns:p14="http://schemas.microsoft.com/office/powerpoint/2010/main" val="436447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DB003B-9100-4D25-AD60-266BF6DB5B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Chữ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viết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Ai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Cập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8C592D16-8E9E-4116-9859-51C174A5AD4F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333" y="1503880"/>
            <a:ext cx="6280057" cy="4039434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7BF353-822C-44F7-AB69-6F326CEF05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77333" y="5764695"/>
            <a:ext cx="3311571" cy="356179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Chữ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Hieroglyph (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chữ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ợng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)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F00B9AA5-129A-4DBF-89C1-1409E687DD4C}"/>
              </a:ext>
            </a:extLst>
          </p:cNvPr>
          <p:cNvSpPr txBox="1">
            <a:spLocks/>
          </p:cNvSpPr>
          <p:nvPr/>
        </p:nvSpPr>
        <p:spPr>
          <a:xfrm>
            <a:off x="7230534" y="3072821"/>
            <a:ext cx="2615832" cy="14859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3" charset="2"/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Ng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ời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Ai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Cập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cổ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gọi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đây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“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mdju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netjer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tức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“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lời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vị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thần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vì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rằng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thần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Thoth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đã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tạo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nó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18656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DB003B-9100-4D25-AD60-266BF6DB5B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Chữ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viết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Ai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Cập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8C592D16-8E9E-4116-9859-51C174A5AD4F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334" y="1409283"/>
            <a:ext cx="3185673" cy="4039434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7BF353-822C-44F7-AB69-6F326CEF05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77334" y="5764695"/>
            <a:ext cx="3536857" cy="356179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Chữ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Hieratic (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chữ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thầy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)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3DBB1A9F-A4F2-4397-A875-CA5C6AEB91A8}"/>
              </a:ext>
            </a:extLst>
          </p:cNvPr>
          <p:cNvSpPr txBox="1">
            <a:spLocks/>
          </p:cNvSpPr>
          <p:nvPr/>
        </p:nvSpPr>
        <p:spPr>
          <a:xfrm>
            <a:off x="4638997" y="2385390"/>
            <a:ext cx="5074846" cy="18288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3" charset="2"/>
              <a:buNone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Đây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chữ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viết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nhất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đến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Demotic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xuất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63523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DB003B-9100-4D25-AD60-266BF6DB5B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Chữ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viết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Ai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Cập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8C592D16-8E9E-4116-9859-51C174A5AD4F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2126" y="1270000"/>
            <a:ext cx="5986726" cy="4070972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7BF353-822C-44F7-AB69-6F326CEF05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77334" y="5764695"/>
            <a:ext cx="3536857" cy="356179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Chữ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Demotic (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chữ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dân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)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D56C22A-2F3D-4313-9438-F936B94D3D31}"/>
              </a:ext>
            </a:extLst>
          </p:cNvPr>
          <p:cNvSpPr/>
          <p:nvPr/>
        </p:nvSpPr>
        <p:spPr>
          <a:xfrm>
            <a:off x="6773644" y="2754003"/>
            <a:ext cx="295345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>
                <a:solidFill>
                  <a:srgbClr val="14141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Đây</a:t>
            </a:r>
            <a:r>
              <a:rPr lang="en-US" dirty="0">
                <a:solidFill>
                  <a:srgbClr val="14141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14141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dirty="0">
                <a:solidFill>
                  <a:srgbClr val="14141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14141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loại</a:t>
            </a:r>
            <a:r>
              <a:rPr lang="en-US" dirty="0">
                <a:solidFill>
                  <a:srgbClr val="14141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14141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chữ</a:t>
            </a:r>
            <a:r>
              <a:rPr lang="en-US" dirty="0">
                <a:solidFill>
                  <a:srgbClr val="14141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đ</a:t>
            </a:r>
            <a:r>
              <a:rPr lang="vi-VN" dirty="0">
                <a:solidFill>
                  <a:srgbClr val="14141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dirty="0" err="1">
                <a:solidFill>
                  <a:srgbClr val="14141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ợc</a:t>
            </a:r>
            <a:r>
              <a:rPr lang="en-US" dirty="0">
                <a:solidFill>
                  <a:srgbClr val="14141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14141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phát</a:t>
            </a:r>
            <a:r>
              <a:rPr lang="en-US" dirty="0">
                <a:solidFill>
                  <a:srgbClr val="14141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14141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triển</a:t>
            </a:r>
            <a:r>
              <a:rPr lang="en-US" dirty="0">
                <a:solidFill>
                  <a:srgbClr val="14141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14141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từ</a:t>
            </a:r>
            <a:r>
              <a:rPr lang="en-US" dirty="0">
                <a:solidFill>
                  <a:srgbClr val="14141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Hieratic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5992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B46F58-C490-4B7F-BBAF-9807D6CCEC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Toán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học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1D3D1F-BB76-4CB2-96F9-E759A665F8F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7491" y="1488613"/>
            <a:ext cx="4184035" cy="5256743"/>
          </a:xfrm>
        </p:spPr>
        <p:txBody>
          <a:bodyPr/>
          <a:lstStyle/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Những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ghi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chép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như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trên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cuộn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giấy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toán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học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Rhind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cuộn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giấy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toán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học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Moscow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thấy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người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Ai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Cập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cổ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phép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cộng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trừ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nhân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chia,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sử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phân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toán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khối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lượng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bao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tự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tháp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ước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bề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mặt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chữ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nhật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tam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giác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nhình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tròn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Điều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này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tương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ứng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kiến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thức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cấp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phần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kiến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thức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cấp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tại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Việt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Nam.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Ký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toán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học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thập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phân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thì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lại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dựa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trên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cơ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sở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ký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bằng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chữ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tượng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mỗi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luỹ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thừa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10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đến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1 000 000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A0CC3B-C608-4F66-8A5C-6C2E35FD56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089970" y="1488613"/>
            <a:ext cx="4184034" cy="4552749"/>
          </a:xfrm>
        </p:spPr>
        <p:txBody>
          <a:bodyPr/>
          <a:lstStyle/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Người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Ai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Cập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cổ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đã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nắm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nguyên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tắc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cơ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Pythagore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Pitago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)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Họ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còn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ước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diện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tích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tròn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bằng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trừ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phần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chin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đường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kính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nó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bình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phương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quả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tức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lấy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bán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kính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bình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phương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nhân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3.16 –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gần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đúng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công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thức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ngày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nay )</a:t>
            </a:r>
          </a:p>
        </p:txBody>
      </p:sp>
    </p:spTree>
    <p:extLst>
      <p:ext uri="{BB962C8B-B14F-4D97-AF65-F5344CB8AC3E}">
        <p14:creationId xmlns:p14="http://schemas.microsoft.com/office/powerpoint/2010/main" val="10532421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17D251E5-707E-44A7-B793-7A0A0EC575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80641" y="3098800"/>
            <a:ext cx="6630717" cy="660400"/>
          </a:xfrm>
        </p:spPr>
        <p:txBody>
          <a:bodyPr/>
          <a:lstStyle/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Cảm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ơ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mọi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ng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ời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vì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đã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lắng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nghe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9380308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452</TotalTime>
  <Words>1599</Words>
  <Application>Microsoft Office PowerPoint</Application>
  <PresentationFormat>Widescreen</PresentationFormat>
  <Paragraphs>65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Times New Roman</vt:lpstr>
      <vt:lpstr>Trebuchet MS</vt:lpstr>
      <vt:lpstr>Wingdings 3</vt:lpstr>
      <vt:lpstr>Facet</vt:lpstr>
      <vt:lpstr>Ai Cập cổ đại</vt:lpstr>
      <vt:lpstr>Lịch sử</vt:lpstr>
      <vt:lpstr>Lịch sử</vt:lpstr>
      <vt:lpstr>Lịch sử</vt:lpstr>
      <vt:lpstr>Lịch sử</vt:lpstr>
      <vt:lpstr>Xã hội</vt:lpstr>
      <vt:lpstr>Xã hội</vt:lpstr>
      <vt:lpstr>Văn hoá ( tục mai táng )</vt:lpstr>
      <vt:lpstr>Thần thoại Ai Cập</vt:lpstr>
      <vt:lpstr>Chữ viết Ai Cập</vt:lpstr>
      <vt:lpstr>Chữ viết Ai Cập</vt:lpstr>
      <vt:lpstr>Chữ viết Ai Cập</vt:lpstr>
      <vt:lpstr>Toán học</vt:lpstr>
      <vt:lpstr>Cảm ơn mọi người vì đã lắng nghe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Cập cổ đại</dc:title>
  <dc:creator>Administrator</dc:creator>
  <cp:lastModifiedBy>Administrator</cp:lastModifiedBy>
  <cp:revision>17</cp:revision>
  <dcterms:created xsi:type="dcterms:W3CDTF">2025-11-05T12:45:04Z</dcterms:created>
  <dcterms:modified xsi:type="dcterms:W3CDTF">2025-11-08T09:06:12Z</dcterms:modified>
</cp:coreProperties>
</file>