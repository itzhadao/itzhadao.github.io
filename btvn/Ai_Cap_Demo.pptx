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77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395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691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05-Nov-25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50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05-Nov-25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359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05-Nov-25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62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05-Nov-25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36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05-Nov-25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626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05-Nov-25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822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426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7823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61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748560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062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8247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95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8F0EC7-618C-4F9A-932A-DF671C4FF1E3}" type="datetimeFigureOut">
              <a:rPr lang="en-US" smtClean="0"/>
              <a:t>05-Nov-25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71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A5216-F249-4354-9F8D-BE8D521DDC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C4B25-6032-406A-8DE6-1182FEE930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Powerpoint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840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A646-ACB8-495C-A893-21380A8B0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BD8D7-C68E-4BE7-9FCA-451625027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5500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Ptolemaic 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5500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3150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 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Pharaon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Menes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3150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pharaon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pharaon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Khasekhemwy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pharaon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Merneith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chép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lãnh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chép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08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A646-ACB8-495C-A893-21380A8B0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BD8D7-C68E-4BE7-9FCA-451625027D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Djoser.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nổi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bậc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thang Djoser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Khufu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pharaon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sụp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miêu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Mentuhotep II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vua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9BA216A-D714-4166-A4BF-1D5BE4FF3D9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9396" y="1752128"/>
            <a:ext cx="3635897" cy="2419525"/>
          </a:xfrm>
        </p:spPr>
      </p:pic>
      <p:pic>
        <p:nvPicPr>
          <p:cNvPr id="10" name="Content Placeholder 8">
            <a:extLst>
              <a:ext uri="{FF2B5EF4-FFF2-40B4-BE49-F238E27FC236}">
                <a16:creationId xmlns:a16="http://schemas.microsoft.com/office/drawing/2014/main" id="{33F4DAF6-537D-4668-AB07-B97F08441E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9397" y="4171653"/>
            <a:ext cx="3635897" cy="222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448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A646-ACB8-495C-A893-21380A8B0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BD8D7-C68E-4BE7-9FCA-451625027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041319"/>
            <a:ext cx="8596668" cy="3880773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ng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pharaon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nomarch ( ng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Thebes.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pharaon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Sobekneferu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Hyksos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15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đỉnh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chạm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Ramesses II. Sau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Kadesh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Hittite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827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A646-ACB8-495C-A893-21380A8B0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BD8D7-C68E-4BE7-9FCA-451625027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Amun-Ra (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mọi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Ramesses XI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Psamtik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Thebes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pharaon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26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Hậu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ổn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 T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pharaon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27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31 ( L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Ý: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28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vua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Amyrtaeus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Ptolemaios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pharaon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Macedonia. Nh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851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E9F90-1361-43B8-A343-FDE1E5CF9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9FBDA-01E1-4FE8-B150-1849374685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5" y="1417983"/>
            <a:ext cx="3470596" cy="4623378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Nun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Ra.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Thoth.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Zeus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Amun-Ra, Hades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Osiris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Athena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5D5A28C-E0B9-4C65-A240-933403DB674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7931" y="2243916"/>
            <a:ext cx="8044069" cy="3483928"/>
          </a:xfrm>
        </p:spPr>
      </p:pic>
    </p:spTree>
    <p:extLst>
      <p:ext uri="{BB962C8B-B14F-4D97-AF65-F5344CB8AC3E}">
        <p14:creationId xmlns:p14="http://schemas.microsoft.com/office/powerpoint/2010/main" val="43644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B003B-9100-4D25-AD60-266BF6DB5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C592D16-8E9E-4116-9859-51C174A5AD4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" y="1503880"/>
            <a:ext cx="6280057" cy="4039434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7BF353-822C-44F7-AB69-6F326CEF0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333" y="5764695"/>
            <a:ext cx="3311571" cy="35617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Hieroglyph (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2731865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B003B-9100-4D25-AD60-266BF6DB5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C592D16-8E9E-4116-9859-51C174A5AD4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409283"/>
            <a:ext cx="3185673" cy="4039434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7BF353-822C-44F7-AB69-6F326CEF0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334" y="5764695"/>
            <a:ext cx="3536857" cy="35617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Hieratic (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3196352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B003B-9100-4D25-AD60-266BF6DB5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C592D16-8E9E-4116-9859-51C174A5AD4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26" y="1270000"/>
            <a:ext cx="5986726" cy="4070972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7BF353-822C-44F7-AB69-6F326CEF0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334" y="5764695"/>
            <a:ext cx="3536857" cy="35617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Demotic (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25359927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</TotalTime>
  <Words>869</Words>
  <Application>Microsoft Office PowerPoint</Application>
  <PresentationFormat>Widescreen</PresentationFormat>
  <Paragraphs>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Times New Roman</vt:lpstr>
      <vt:lpstr>Trebuchet MS</vt:lpstr>
      <vt:lpstr>Wingdings 3</vt:lpstr>
      <vt:lpstr>Facet</vt:lpstr>
      <vt:lpstr>Ai Cập cổ đại</vt:lpstr>
      <vt:lpstr>Lịch sử</vt:lpstr>
      <vt:lpstr>Lịch sử</vt:lpstr>
      <vt:lpstr>Lịch sử</vt:lpstr>
      <vt:lpstr>Lịch sử</vt:lpstr>
      <vt:lpstr>Thần thoại Ai Cập</vt:lpstr>
      <vt:lpstr>Chữ viết Ai Cập</vt:lpstr>
      <vt:lpstr>Chữ viết Ai Cập</vt:lpstr>
      <vt:lpstr>Chữ viết Ai Cập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Cập cổ đại</dc:title>
  <dc:creator>Administrator</dc:creator>
  <cp:lastModifiedBy>Administrator</cp:lastModifiedBy>
  <cp:revision>6</cp:revision>
  <dcterms:created xsi:type="dcterms:W3CDTF">2025-11-05T12:45:04Z</dcterms:created>
  <dcterms:modified xsi:type="dcterms:W3CDTF">2025-11-05T13:40:40Z</dcterms:modified>
</cp:coreProperties>
</file>