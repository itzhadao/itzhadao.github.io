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6" r:id="rId2"/>
    <p:sldId id="270" r:id="rId3"/>
    <p:sldId id="257" r:id="rId4"/>
    <p:sldId id="258" r:id="rId5"/>
    <p:sldId id="259" r:id="rId6"/>
    <p:sldId id="260" r:id="rId7"/>
    <p:sldId id="266" r:id="rId8"/>
    <p:sldId id="267" r:id="rId9"/>
    <p:sldId id="268" r:id="rId10"/>
    <p:sldId id="261" r:id="rId11"/>
    <p:sldId id="262" r:id="rId12"/>
    <p:sldId id="263" r:id="rId13"/>
    <p:sldId id="264" r:id="rId14"/>
    <p:sldId id="269" r:id="rId15"/>
    <p:sldId id="26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4DE262D-1702-4D32-8CC2-153DD0597A8A}">
          <p14:sldIdLst>
            <p14:sldId id="256"/>
            <p14:sldId id="270"/>
          </p14:sldIdLst>
        </p14:section>
        <p14:section name="Lịch sử" id="{49EF2B94-3877-4789-BDE0-95EA993E9FFE}">
          <p14:sldIdLst>
            <p14:sldId id="257"/>
            <p14:sldId id="258"/>
            <p14:sldId id="259"/>
            <p14:sldId id="260"/>
          </p14:sldIdLst>
        </p14:section>
        <p14:section name="Xã hội" id="{D4284C5D-9F52-40E0-8647-EACD026DD973}">
          <p14:sldIdLst>
            <p14:sldId id="266"/>
            <p14:sldId id="267"/>
          </p14:sldIdLst>
        </p14:section>
        <p14:section name="Văn hoá, tôn giáo và chữ viết" id="{F345B719-562D-4E92-9714-1D4190E3A912}">
          <p14:sldIdLst>
            <p14:sldId id="268"/>
            <p14:sldId id="261"/>
            <p14:sldId id="262"/>
            <p14:sldId id="263"/>
            <p14:sldId id="264"/>
          </p14:sldIdLst>
        </p14:section>
        <p14:section name="Toán học và slide cuối" id="{91E5AE39-3740-4E3F-B991-97791270BDA7}">
          <p14:sldIdLst>
            <p14:sldId id="269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F0EC7-618C-4F9A-932A-DF671C4FF1E3}" type="datetimeFigureOut">
              <a:rPr lang="en-US" smtClean="0"/>
              <a:t>09-Nov-25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7D4F0-25DD-40AB-8E25-1BA1DF010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177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F0EC7-618C-4F9A-932A-DF671C4FF1E3}" type="datetimeFigureOut">
              <a:rPr lang="en-US" smtClean="0"/>
              <a:t>09-Nov-25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7D4F0-25DD-40AB-8E25-1BA1DF010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395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F0EC7-618C-4F9A-932A-DF671C4FF1E3}" type="datetimeFigureOut">
              <a:rPr lang="en-US" smtClean="0"/>
              <a:t>09-Nov-25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7D4F0-25DD-40AB-8E25-1BA1DF010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691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F0EC7-618C-4F9A-932A-DF671C4FF1E3}" type="datetimeFigureOut">
              <a:rPr lang="en-US" smtClean="0"/>
              <a:t>09-Nov-25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7D4F0-25DD-40AB-8E25-1BA1DF010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850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F0EC7-618C-4F9A-932A-DF671C4FF1E3}" type="datetimeFigureOut">
              <a:rPr lang="en-US" smtClean="0"/>
              <a:t>09-Nov-25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7D4F0-25DD-40AB-8E25-1BA1DF010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359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F0EC7-618C-4F9A-932A-DF671C4FF1E3}" type="datetimeFigureOut">
              <a:rPr lang="en-US" smtClean="0"/>
              <a:t>09-Nov-25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7D4F0-25DD-40AB-8E25-1BA1DF010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62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F0EC7-618C-4F9A-932A-DF671C4FF1E3}" type="datetimeFigureOut">
              <a:rPr lang="en-US" smtClean="0"/>
              <a:t>09-Nov-25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7D4F0-25DD-40AB-8E25-1BA1DF010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36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F0EC7-618C-4F9A-932A-DF671C4FF1E3}" type="datetimeFigureOut">
              <a:rPr lang="en-US" smtClean="0"/>
              <a:t>09-Nov-25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7D4F0-25DD-40AB-8E25-1BA1DF010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626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F0EC7-618C-4F9A-932A-DF671C4FF1E3}" type="datetimeFigureOut">
              <a:rPr lang="en-US" smtClean="0"/>
              <a:t>09-Nov-25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7D4F0-25DD-40AB-8E25-1BA1DF010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822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F0EC7-618C-4F9A-932A-DF671C4FF1E3}" type="datetimeFigureOut">
              <a:rPr lang="en-US" smtClean="0"/>
              <a:t>09-Nov-25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7D4F0-25DD-40AB-8E25-1BA1DF010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426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F0EC7-618C-4F9A-932A-DF671C4FF1E3}" type="datetimeFigureOut">
              <a:rPr lang="en-US" smtClean="0"/>
              <a:t>09-Nov-25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7D4F0-25DD-40AB-8E25-1BA1DF010578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378232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F0EC7-618C-4F9A-932A-DF671C4FF1E3}" type="datetimeFigureOut">
              <a:rPr lang="en-US" smtClean="0"/>
              <a:t>09-Nov-25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7D4F0-25DD-40AB-8E25-1BA1DF010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618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F0EC7-618C-4F9A-932A-DF671C4FF1E3}" type="datetimeFigureOut">
              <a:rPr lang="en-US" smtClean="0"/>
              <a:t>09-Nov-25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7D4F0-25DD-40AB-8E25-1BA1DF010578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748560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F0EC7-618C-4F9A-932A-DF671C4FF1E3}" type="datetimeFigureOut">
              <a:rPr lang="en-US" smtClean="0"/>
              <a:t>09-Nov-25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7D4F0-25DD-40AB-8E25-1BA1DF010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0623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F0EC7-618C-4F9A-932A-DF671C4FF1E3}" type="datetimeFigureOut">
              <a:rPr lang="en-US" smtClean="0"/>
              <a:t>09-Nov-25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7D4F0-25DD-40AB-8E25-1BA1DF010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8247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F0EC7-618C-4F9A-932A-DF671C4FF1E3}" type="datetimeFigureOut">
              <a:rPr lang="en-US" smtClean="0"/>
              <a:t>09-Nov-25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7D4F0-25DD-40AB-8E25-1BA1DF010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995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8F0EC7-618C-4F9A-932A-DF671C4FF1E3}" type="datetimeFigureOut">
              <a:rPr lang="en-US" smtClean="0"/>
              <a:t>09-Nov-25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967D4F0-25DD-40AB-8E25-1BA1DF010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711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A5216-F249-4354-9F8D-BE8D521DDC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2C4B25-6032-406A-8DE6-1182FEE930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Powerpoint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6840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95AA0-66F7-454A-AF29-CC1D01661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EAFC4-D355-442C-B3D2-AD548AB5B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Thảo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Đỗ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Bùi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Châu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3906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1A646-ACB8-495C-A893-21380A8B0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BD8D7-C68E-4BE7-9FCA-451625027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bắt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5500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tiền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thúc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Ptolemaic 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5500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3150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tiền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vùng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Bắc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Nam )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Pharaon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Menes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3150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pharaon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pharaon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quốc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thúc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Khasekhemwy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quốc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pharaon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Merneith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chép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đây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lãnh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chép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508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1A646-ACB8-495C-A893-21380A8B0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BD8D7-C68E-4BE7-9FCA-451625027D2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bắt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Djoser.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nổi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bậc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thang Djoser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tồn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Khufu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pharaon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sụp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quốc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miêu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thúc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Mentuhotep II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vua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11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9BA216A-D714-4166-A4BF-1D5BE4FF3D9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9396" y="1752128"/>
            <a:ext cx="3635897" cy="2419525"/>
          </a:xfrm>
        </p:spPr>
      </p:pic>
      <p:pic>
        <p:nvPicPr>
          <p:cNvPr id="10" name="Content Placeholder 8">
            <a:extLst>
              <a:ext uri="{FF2B5EF4-FFF2-40B4-BE49-F238E27FC236}">
                <a16:creationId xmlns:a16="http://schemas.microsoft.com/office/drawing/2014/main" id="{33F4DAF6-537D-4668-AB07-B97F08441E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9397" y="4171653"/>
            <a:ext cx="3635897" cy="222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448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1A646-ACB8-495C-A893-21380A8B0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BD8D7-C68E-4BE7-9FCA-451625027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041319"/>
            <a:ext cx="8596668" cy="3880773"/>
          </a:xfrm>
        </p:spPr>
        <p:txBody>
          <a:bodyPr>
            <a:norm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ng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11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pharaon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nomarch ( ng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quận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Thebes.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quốc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thúc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pharaon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Sobekneferu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bởi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Hyksos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15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quốc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đỉnh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bắc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chạm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Thổ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Ramesses II. Sau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trận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Kadesh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Hittite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đây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827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1A646-ACB8-495C-A893-21380A8B0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BD8D7-C68E-4BE7-9FCA-451625027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quốc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Amun-Ra (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mọi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Ramesses XI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quốc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thúc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Psamtik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chiếm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Thebes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pharaon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26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Hậu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quốc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ổn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quốc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 T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chiếm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pharaon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27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31 ( L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Ý: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28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vua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Amyrtaeus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Ptolemaios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pharaon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Macedonia. Nh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851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6B305-C0E6-4FF2-BB67-A3A32E8E2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3F977-EB26-44F6-950C-DF4DBE3B1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biệt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ràng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chiếm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hữu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tộc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hữu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chịu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buộc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thuỷ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lợi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thủ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nằm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ởng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gắn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ngôi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quốc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khố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6135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6B305-C0E6-4FF2-BB67-A3A32E8E2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3F977-EB26-44F6-950C-DF4DBE3B1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lục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tầng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tầng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váy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trắng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vải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trắng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dấu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tộc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thuốc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lĩnh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tồn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tỉ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mọi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tầng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đẳng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49770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6B089-0C33-4857-804B-F3A3FA634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tục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CAAEF-2CA7-47B8-B2D1-A76EC8965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phúc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tục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tục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lễ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chôn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quốc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ng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Ptolemaios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7868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E9F90-1361-43B8-A343-FDE1E5CF9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9FBDA-01E1-4FE8-B150-1849374685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5" y="1417983"/>
            <a:ext cx="3470596" cy="4623378"/>
          </a:xfrm>
        </p:spPr>
        <p:txBody>
          <a:bodyPr>
            <a:norm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rằng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bắt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Nun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Ra.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gốc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Thoth.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quốc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Zeus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Amun-Ra, Hades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Osiris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Athena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5D5A28C-E0B9-4C65-A240-933403DB674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7931" y="2243916"/>
            <a:ext cx="8044069" cy="3483928"/>
          </a:xfrm>
        </p:spPr>
      </p:pic>
    </p:spTree>
    <p:extLst>
      <p:ext uri="{BB962C8B-B14F-4D97-AF65-F5344CB8AC3E}">
        <p14:creationId xmlns:p14="http://schemas.microsoft.com/office/powerpoint/2010/main" val="43644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B003B-9100-4D25-AD60-266BF6DB5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C592D16-8E9E-4116-9859-51C174A5AD4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3" y="1503880"/>
            <a:ext cx="6280057" cy="4039434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7BF353-822C-44F7-AB69-6F326CEF05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7333" y="5764695"/>
            <a:ext cx="3311571" cy="35617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Hieroglyph (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00B9AA5-129A-4DBF-89C1-1409E687DD4C}"/>
              </a:ext>
            </a:extLst>
          </p:cNvPr>
          <p:cNvSpPr txBox="1">
            <a:spLocks/>
          </p:cNvSpPr>
          <p:nvPr/>
        </p:nvSpPr>
        <p:spPr>
          <a:xfrm>
            <a:off x="7230534" y="3072821"/>
            <a:ext cx="2615832" cy="14859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đây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mdju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netjer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rằng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Thoth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18656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B003B-9100-4D25-AD60-266BF6DB5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C592D16-8E9E-4116-9859-51C174A5AD4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409283"/>
            <a:ext cx="3185673" cy="4039434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7BF353-822C-44F7-AB69-6F326CEF05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7334" y="5764695"/>
            <a:ext cx="3536857" cy="35617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Hieratic (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DBB1A9F-A4F2-4397-A875-CA5C6AEB91A8}"/>
              </a:ext>
            </a:extLst>
          </p:cNvPr>
          <p:cNvSpPr txBox="1">
            <a:spLocks/>
          </p:cNvSpPr>
          <p:nvPr/>
        </p:nvSpPr>
        <p:spPr>
          <a:xfrm>
            <a:off x="4638997" y="2385390"/>
            <a:ext cx="5074846" cy="1828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Đây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Demotic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63523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B003B-9100-4D25-AD60-266BF6DB5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C592D16-8E9E-4116-9859-51C174A5AD4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126" y="1270000"/>
            <a:ext cx="5986726" cy="4070972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7BF353-822C-44F7-AB69-6F326CEF05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7334" y="5764695"/>
            <a:ext cx="3536857" cy="35617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Demotic (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56C22A-2F3D-4313-9438-F936B94D3D31}"/>
              </a:ext>
            </a:extLst>
          </p:cNvPr>
          <p:cNvSpPr/>
          <p:nvPr/>
        </p:nvSpPr>
        <p:spPr>
          <a:xfrm>
            <a:off x="6773644" y="2754003"/>
            <a:ext cx="29534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Đây</a:t>
            </a:r>
            <a:r>
              <a:rPr lang="en-US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Hieratic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99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46F58-C490-4B7F-BBAF-9807D6CCE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D3D1F-BB76-4CB2-96F9-E759A665F8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491" y="1488613"/>
            <a:ext cx="4184035" cy="5256743"/>
          </a:xfrm>
        </p:spPr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chép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giấy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Rhind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giấy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Moscow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thấy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cộng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chia,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tròn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Nam.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luỹ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thừa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1 000 000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A0CC3B-C608-4F66-8A5C-6C2E35FD56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9970" y="1488613"/>
            <a:ext cx="4184034" cy="4552749"/>
          </a:xfrm>
        </p:spPr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nắm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Pythagore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Pitago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tròn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lấy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3.16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nay )</a:t>
            </a:r>
          </a:p>
        </p:txBody>
      </p:sp>
    </p:spTree>
    <p:extLst>
      <p:ext uri="{BB962C8B-B14F-4D97-AF65-F5344CB8AC3E}">
        <p14:creationId xmlns:p14="http://schemas.microsoft.com/office/powerpoint/2010/main" val="1053242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7D251E5-707E-44A7-B793-7A0A0EC57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0641" y="3098800"/>
            <a:ext cx="6630717" cy="660400"/>
          </a:xfrm>
        </p:spPr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mọi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lắng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38030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476</TotalTime>
  <Words>1622</Words>
  <Application>Microsoft Office PowerPoint</Application>
  <PresentationFormat>Widescreen</PresentationFormat>
  <Paragraphs>72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Times New Roman</vt:lpstr>
      <vt:lpstr>Trebuchet MS</vt:lpstr>
      <vt:lpstr>Wingdings 3</vt:lpstr>
      <vt:lpstr>Facet</vt:lpstr>
      <vt:lpstr>Ai Cập cổ đại</vt:lpstr>
      <vt:lpstr>Danh sách thành viên</vt:lpstr>
      <vt:lpstr>Lịch sử</vt:lpstr>
      <vt:lpstr>Lịch sử</vt:lpstr>
      <vt:lpstr>Lịch sử</vt:lpstr>
      <vt:lpstr>Lịch sử</vt:lpstr>
      <vt:lpstr>Xã hội</vt:lpstr>
      <vt:lpstr>Xã hội</vt:lpstr>
      <vt:lpstr>Văn hoá ( tục mai táng )</vt:lpstr>
      <vt:lpstr>Thần thoại Ai Cập</vt:lpstr>
      <vt:lpstr>Chữ viết Ai Cập</vt:lpstr>
      <vt:lpstr>Chữ viết Ai Cập</vt:lpstr>
      <vt:lpstr>Chữ viết Ai Cập</vt:lpstr>
      <vt:lpstr>Toán học</vt:lpstr>
      <vt:lpstr>Cảm ơn mọi người vì đã lắng nghe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Cập cổ đại</dc:title>
  <dc:creator>Administrator</dc:creator>
  <cp:lastModifiedBy>Administrator</cp:lastModifiedBy>
  <cp:revision>19</cp:revision>
  <dcterms:created xsi:type="dcterms:W3CDTF">2025-11-05T12:45:04Z</dcterms:created>
  <dcterms:modified xsi:type="dcterms:W3CDTF">2025-11-09T02:09:34Z</dcterms:modified>
</cp:coreProperties>
</file>